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10" r:id="rId16"/>
    <p:sldId id="311" r:id="rId17"/>
    <p:sldId id="304" r:id="rId18"/>
    <p:sldId id="305" r:id="rId19"/>
    <p:sldId id="306" r:id="rId20"/>
    <p:sldId id="307" r:id="rId21"/>
    <p:sldId id="308" r:id="rId22"/>
    <p:sldId id="30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 PAMARTHI" userId="674324038eb05676" providerId="LiveId" clId="{356F0DD7-5966-4F0F-AED3-96D6916BA675}"/>
    <pc:docChg chg="undo custSel addSld modSld">
      <pc:chgData name="AKHIL PAMARTHI" userId="674324038eb05676" providerId="LiveId" clId="{356F0DD7-5966-4F0F-AED3-96D6916BA675}" dt="2026-09-06T17:54:44.482" v="414" actId="1076"/>
      <pc:docMkLst>
        <pc:docMk/>
      </pc:docMkLst>
      <pc:sldChg chg="addSp delSp modSp mod">
        <pc:chgData name="AKHIL PAMARTHI" userId="674324038eb05676" providerId="LiveId" clId="{356F0DD7-5966-4F0F-AED3-96D6916BA675}" dt="2026-09-06T17:51:36.179" v="397"/>
        <pc:sldMkLst>
          <pc:docMk/>
          <pc:sldMk cId="952317876" sldId="291"/>
        </pc:sldMkLst>
        <pc:spChg chg="del mod">
          <ac:chgData name="AKHIL PAMARTHI" userId="674324038eb05676" providerId="LiveId" clId="{356F0DD7-5966-4F0F-AED3-96D6916BA675}" dt="2026-09-06T17:51:36.179" v="397"/>
          <ac:spMkLst>
            <pc:docMk/>
            <pc:sldMk cId="952317876" sldId="291"/>
            <ac:spMk id="3" creationId="{B0B023FA-CFEB-ACE9-8425-7E72E307CDC5}"/>
          </ac:spMkLst>
        </pc:spChg>
        <pc:spChg chg="mod">
          <ac:chgData name="AKHIL PAMARTHI" userId="674324038eb05676" providerId="LiveId" clId="{356F0DD7-5966-4F0F-AED3-96D6916BA675}" dt="2026-09-06T17:14:38.503" v="188" actId="403"/>
          <ac:spMkLst>
            <pc:docMk/>
            <pc:sldMk cId="952317876" sldId="291"/>
            <ac:spMk id="4" creationId="{A828B9EF-C084-F5D4-CA27-75AF7D995640}"/>
          </ac:spMkLst>
        </pc:spChg>
        <pc:spChg chg="mod">
          <ac:chgData name="AKHIL PAMARTHI" userId="674324038eb05676" providerId="LiveId" clId="{356F0DD7-5966-4F0F-AED3-96D6916BA675}" dt="2026-09-06T17:13:20.150" v="164" actId="403"/>
          <ac:spMkLst>
            <pc:docMk/>
            <pc:sldMk cId="952317876" sldId="291"/>
            <ac:spMk id="7" creationId="{3D723CA3-EC2D-165A-F109-3759C4E9C8A4}"/>
          </ac:spMkLst>
        </pc:spChg>
        <pc:graphicFrameChg chg="mod modGraphic">
          <ac:chgData name="AKHIL PAMARTHI" userId="674324038eb05676" providerId="LiveId" clId="{356F0DD7-5966-4F0F-AED3-96D6916BA675}" dt="2026-09-06T17:14:50.589" v="190" actId="1076"/>
          <ac:graphicFrameMkLst>
            <pc:docMk/>
            <pc:sldMk cId="952317876" sldId="291"/>
            <ac:graphicFrameMk id="96" creationId="{00000000-0000-0000-0000-000000000000}"/>
          </ac:graphicFrameMkLst>
        </pc:graphicFrameChg>
        <pc:picChg chg="add mod">
          <ac:chgData name="AKHIL PAMARTHI" userId="674324038eb05676" providerId="LiveId" clId="{356F0DD7-5966-4F0F-AED3-96D6916BA675}" dt="2026-09-06T16:55:38.817" v="28" actId="1076"/>
          <ac:picMkLst>
            <pc:docMk/>
            <pc:sldMk cId="952317876" sldId="291"/>
            <ac:picMk id="5" creationId="{7647646D-A107-018A-0BC2-99BE425D4517}"/>
          </ac:picMkLst>
        </pc:picChg>
        <pc:picChg chg="del">
          <ac:chgData name="AKHIL PAMARTHI" userId="674324038eb05676" providerId="LiveId" clId="{356F0DD7-5966-4F0F-AED3-96D6916BA675}" dt="2026-09-06T16:54:34.090" v="0" actId="478"/>
          <ac:picMkLst>
            <pc:docMk/>
            <pc:sldMk cId="952317876" sldId="291"/>
            <ac:picMk id="98" creationId="{00000000-0000-0000-0000-000000000000}"/>
          </ac:picMkLst>
        </pc:picChg>
      </pc:sldChg>
      <pc:sldChg chg="modSp mod">
        <pc:chgData name="AKHIL PAMARTHI" userId="674324038eb05676" providerId="LiveId" clId="{356F0DD7-5966-4F0F-AED3-96D6916BA675}" dt="2026-09-06T17:54:44.482" v="414" actId="1076"/>
        <pc:sldMkLst>
          <pc:docMk/>
          <pc:sldMk cId="261653373" sldId="292"/>
        </pc:sldMkLst>
        <pc:spChg chg="mod">
          <ac:chgData name="AKHIL PAMARTHI" userId="674324038eb05676" providerId="LiveId" clId="{356F0DD7-5966-4F0F-AED3-96D6916BA675}" dt="2026-09-06T17:54:44.482" v="414" actId="1076"/>
          <ac:spMkLst>
            <pc:docMk/>
            <pc:sldMk cId="261653373" sldId="292"/>
            <ac:spMk id="2" creationId="{C6F6745E-14BA-0766-CE1E-32E29663832D}"/>
          </ac:spMkLst>
        </pc:spChg>
        <pc:spChg chg="mod">
          <ac:chgData name="AKHIL PAMARTHI" userId="674324038eb05676" providerId="LiveId" clId="{356F0DD7-5966-4F0F-AED3-96D6916BA675}" dt="2026-09-06T17:54:40.737" v="413" actId="1076"/>
          <ac:spMkLst>
            <pc:docMk/>
            <pc:sldMk cId="261653373" sldId="292"/>
            <ac:spMk id="3" creationId="{3847FA31-EA47-D27A-9D69-AF50A3080AEC}"/>
          </ac:spMkLst>
        </pc:spChg>
      </pc:sldChg>
      <pc:sldChg chg="modSp mod">
        <pc:chgData name="AKHIL PAMARTHI" userId="674324038eb05676" providerId="LiveId" clId="{356F0DD7-5966-4F0F-AED3-96D6916BA675}" dt="2026-09-06T17:51:20.099" v="394" actId="2710"/>
        <pc:sldMkLst>
          <pc:docMk/>
          <pc:sldMk cId="619459906" sldId="293"/>
        </pc:sldMkLst>
        <pc:spChg chg="mod">
          <ac:chgData name="AKHIL PAMARTHI" userId="674324038eb05676" providerId="LiveId" clId="{356F0DD7-5966-4F0F-AED3-96D6916BA675}" dt="2026-09-06T17:51:20.099" v="394" actId="2710"/>
          <ac:spMkLst>
            <pc:docMk/>
            <pc:sldMk cId="619459906" sldId="293"/>
            <ac:spMk id="2" creationId="{4A1BF701-ABCA-4DF0-8330-B6AF71EF8E39}"/>
          </ac:spMkLst>
        </pc:spChg>
        <pc:spChg chg="mod">
          <ac:chgData name="AKHIL PAMARTHI" userId="674324038eb05676" providerId="LiveId" clId="{356F0DD7-5966-4F0F-AED3-96D6916BA675}" dt="2026-09-06T17:21:43.763" v="196" actId="403"/>
          <ac:spMkLst>
            <pc:docMk/>
            <pc:sldMk cId="619459906" sldId="293"/>
            <ac:spMk id="3" creationId="{527F30CC-07EF-8FCC-DA00-C9212F5DAECE}"/>
          </ac:spMkLst>
        </pc:spChg>
      </pc:sldChg>
      <pc:sldChg chg="modSp mod">
        <pc:chgData name="AKHIL PAMARTHI" userId="674324038eb05676" providerId="LiveId" clId="{356F0DD7-5966-4F0F-AED3-96D6916BA675}" dt="2026-09-06T17:23:10.495" v="201" actId="403"/>
        <pc:sldMkLst>
          <pc:docMk/>
          <pc:sldMk cId="443603904" sldId="294"/>
        </pc:sldMkLst>
        <pc:spChg chg="mod">
          <ac:chgData name="AKHIL PAMARTHI" userId="674324038eb05676" providerId="LiveId" clId="{356F0DD7-5966-4F0F-AED3-96D6916BA675}" dt="2026-09-06T17:23:10.495" v="201" actId="403"/>
          <ac:spMkLst>
            <pc:docMk/>
            <pc:sldMk cId="443603904" sldId="294"/>
            <ac:spMk id="2" creationId="{151FBD4A-3273-E454-091D-D5B0678FC299}"/>
          </ac:spMkLst>
        </pc:spChg>
        <pc:spChg chg="mod">
          <ac:chgData name="AKHIL PAMARTHI" userId="674324038eb05676" providerId="LiveId" clId="{356F0DD7-5966-4F0F-AED3-96D6916BA675}" dt="2026-09-06T17:23:03.580" v="200" actId="2710"/>
          <ac:spMkLst>
            <pc:docMk/>
            <pc:sldMk cId="443603904" sldId="294"/>
            <ac:spMk id="3" creationId="{4A7608B5-9906-EFCF-959A-E89FC2E3EE19}"/>
          </ac:spMkLst>
        </pc:spChg>
      </pc:sldChg>
      <pc:sldChg chg="addSp delSp modSp mod">
        <pc:chgData name="AKHIL PAMARTHI" userId="674324038eb05676" providerId="LiveId" clId="{356F0DD7-5966-4F0F-AED3-96D6916BA675}" dt="2026-09-06T17:27:10.780" v="219" actId="2710"/>
        <pc:sldMkLst>
          <pc:docMk/>
          <pc:sldMk cId="3114963633" sldId="295"/>
        </pc:sldMkLst>
        <pc:spChg chg="mod">
          <ac:chgData name="AKHIL PAMARTHI" userId="674324038eb05676" providerId="LiveId" clId="{356F0DD7-5966-4F0F-AED3-96D6916BA675}" dt="2026-09-06T17:27:10.780" v="219" actId="2710"/>
          <ac:spMkLst>
            <pc:docMk/>
            <pc:sldMk cId="3114963633" sldId="295"/>
            <ac:spMk id="2" creationId="{9BB86949-7ED1-C43B-B1E3-5122BB67A596}"/>
          </ac:spMkLst>
        </pc:spChg>
        <pc:spChg chg="add del mod">
          <ac:chgData name="AKHIL PAMARTHI" userId="674324038eb05676" providerId="LiveId" clId="{356F0DD7-5966-4F0F-AED3-96D6916BA675}" dt="2026-09-06T17:25:41.493" v="205"/>
          <ac:spMkLst>
            <pc:docMk/>
            <pc:sldMk cId="3114963633" sldId="295"/>
            <ac:spMk id="3" creationId="{B04835E6-2EE9-BE3D-49DE-D1A542CEB121}"/>
          </ac:spMkLst>
        </pc:spChg>
        <pc:spChg chg="del">
          <ac:chgData name="AKHIL PAMARTHI" userId="674324038eb05676" providerId="LiveId" clId="{356F0DD7-5966-4F0F-AED3-96D6916BA675}" dt="2026-09-06T17:25:44.168" v="206" actId="478"/>
          <ac:spMkLst>
            <pc:docMk/>
            <pc:sldMk cId="3114963633" sldId="295"/>
            <ac:spMk id="9" creationId="{6FFF7BC6-93D0-8D42-34B7-C226B1B96C2D}"/>
          </ac:spMkLst>
        </pc:spChg>
        <pc:spChg chg="del">
          <ac:chgData name="AKHIL PAMARTHI" userId="674324038eb05676" providerId="LiveId" clId="{356F0DD7-5966-4F0F-AED3-96D6916BA675}" dt="2026-09-06T17:25:45.229" v="207" actId="478"/>
          <ac:spMkLst>
            <pc:docMk/>
            <pc:sldMk cId="3114963633" sldId="295"/>
            <ac:spMk id="10" creationId="{A6C81E80-ED7B-4240-A8EE-0221D9ACD900}"/>
          </ac:spMkLst>
        </pc:spChg>
        <pc:picChg chg="del">
          <ac:chgData name="AKHIL PAMARTHI" userId="674324038eb05676" providerId="LiveId" clId="{356F0DD7-5966-4F0F-AED3-96D6916BA675}" dt="2026-09-06T17:25:41.493" v="203" actId="478"/>
          <ac:picMkLst>
            <pc:docMk/>
            <pc:sldMk cId="3114963633" sldId="295"/>
            <ac:picMk id="5" creationId="{61F38907-89DE-28F7-316F-44E7DAB9309E}"/>
          </ac:picMkLst>
        </pc:picChg>
        <pc:picChg chg="add mod">
          <ac:chgData name="AKHIL PAMARTHI" userId="674324038eb05676" providerId="LiveId" clId="{356F0DD7-5966-4F0F-AED3-96D6916BA675}" dt="2026-09-06T17:27:01.868" v="217" actId="1076"/>
          <ac:picMkLst>
            <pc:docMk/>
            <pc:sldMk cId="3114963633" sldId="295"/>
            <ac:picMk id="6" creationId="{0DC6EC3D-0FC3-5B93-3088-7607CC205693}"/>
          </ac:picMkLst>
        </pc:picChg>
      </pc:sldChg>
      <pc:sldChg chg="addSp delSp modSp mod">
        <pc:chgData name="AKHIL PAMARTHI" userId="674324038eb05676" providerId="LiveId" clId="{356F0DD7-5966-4F0F-AED3-96D6916BA675}" dt="2026-09-06T17:28:41.404" v="233" actId="1076"/>
        <pc:sldMkLst>
          <pc:docMk/>
          <pc:sldMk cId="1316545553" sldId="296"/>
        </pc:sldMkLst>
        <pc:picChg chg="add del mod">
          <ac:chgData name="AKHIL PAMARTHI" userId="674324038eb05676" providerId="LiveId" clId="{356F0DD7-5966-4F0F-AED3-96D6916BA675}" dt="2026-09-06T17:27:52.807" v="227" actId="931"/>
          <ac:picMkLst>
            <pc:docMk/>
            <pc:sldMk cId="1316545553" sldId="296"/>
            <ac:picMk id="4" creationId="{9A89D7CD-00DE-4B48-35A5-F86195B43202}"/>
          </ac:picMkLst>
        </pc:picChg>
        <pc:picChg chg="add del">
          <ac:chgData name="AKHIL PAMARTHI" userId="674324038eb05676" providerId="LiveId" clId="{356F0DD7-5966-4F0F-AED3-96D6916BA675}" dt="2026-09-06T17:28:35.515" v="229" actId="478"/>
          <ac:picMkLst>
            <pc:docMk/>
            <pc:sldMk cId="1316545553" sldId="296"/>
            <ac:picMk id="5" creationId="{5DC7512A-0AA7-CC22-D1D2-C738BF12660E}"/>
          </ac:picMkLst>
        </pc:picChg>
        <pc:picChg chg="add mod">
          <ac:chgData name="AKHIL PAMARTHI" userId="674324038eb05676" providerId="LiveId" clId="{356F0DD7-5966-4F0F-AED3-96D6916BA675}" dt="2026-09-06T17:28:41.404" v="233" actId="1076"/>
          <ac:picMkLst>
            <pc:docMk/>
            <pc:sldMk cId="1316545553" sldId="296"/>
            <ac:picMk id="7" creationId="{0E7FC373-D4B0-02E2-A568-0399703ED09B}"/>
          </ac:picMkLst>
        </pc:picChg>
      </pc:sldChg>
      <pc:sldChg chg="addSp delSp modSp mod">
        <pc:chgData name="AKHIL PAMARTHI" userId="674324038eb05676" providerId="LiveId" clId="{356F0DD7-5966-4F0F-AED3-96D6916BA675}" dt="2026-09-06T17:29:16.531" v="240" actId="1076"/>
        <pc:sldMkLst>
          <pc:docMk/>
          <pc:sldMk cId="232371894" sldId="297"/>
        </pc:sldMkLst>
        <pc:picChg chg="add mod">
          <ac:chgData name="AKHIL PAMARTHI" userId="674324038eb05676" providerId="LiveId" clId="{356F0DD7-5966-4F0F-AED3-96D6916BA675}" dt="2026-09-06T17:29:16.531" v="240" actId="1076"/>
          <ac:picMkLst>
            <pc:docMk/>
            <pc:sldMk cId="232371894" sldId="297"/>
            <ac:picMk id="3" creationId="{D461A024-581A-9C62-4EAE-67C9B3B15122}"/>
          </ac:picMkLst>
        </pc:picChg>
        <pc:picChg chg="del">
          <ac:chgData name="AKHIL PAMARTHI" userId="674324038eb05676" providerId="LiveId" clId="{356F0DD7-5966-4F0F-AED3-96D6916BA675}" dt="2026-09-06T17:28:47.701" v="234" actId="478"/>
          <ac:picMkLst>
            <pc:docMk/>
            <pc:sldMk cId="232371894" sldId="297"/>
            <ac:picMk id="5" creationId="{433A290A-6680-D490-E6D4-9336496B1C34}"/>
          </ac:picMkLst>
        </pc:picChg>
      </pc:sldChg>
      <pc:sldChg chg="addSp delSp modSp mod">
        <pc:chgData name="AKHIL PAMARTHI" userId="674324038eb05676" providerId="LiveId" clId="{356F0DD7-5966-4F0F-AED3-96D6916BA675}" dt="2026-09-06T17:38:32.017" v="273" actId="1076"/>
        <pc:sldMkLst>
          <pc:docMk/>
          <pc:sldMk cId="445195169" sldId="298"/>
        </pc:sldMkLst>
        <pc:picChg chg="del mod">
          <ac:chgData name="AKHIL PAMARTHI" userId="674324038eb05676" providerId="LiveId" clId="{356F0DD7-5966-4F0F-AED3-96D6916BA675}" dt="2026-09-06T17:38:18.080" v="267" actId="478"/>
          <ac:picMkLst>
            <pc:docMk/>
            <pc:sldMk cId="445195169" sldId="298"/>
            <ac:picMk id="3" creationId="{81932CE2-F219-0CA8-0102-55B8C682B8A2}"/>
          </ac:picMkLst>
        </pc:picChg>
        <pc:picChg chg="add mod">
          <ac:chgData name="AKHIL PAMARTHI" userId="674324038eb05676" providerId="LiveId" clId="{356F0DD7-5966-4F0F-AED3-96D6916BA675}" dt="2026-09-06T17:38:32.017" v="273" actId="1076"/>
          <ac:picMkLst>
            <pc:docMk/>
            <pc:sldMk cId="445195169" sldId="298"/>
            <ac:picMk id="5" creationId="{15035CB6-DD6C-89E9-148D-7B2E16690AB5}"/>
          </ac:picMkLst>
        </pc:picChg>
      </pc:sldChg>
      <pc:sldChg chg="modSp mod">
        <pc:chgData name="AKHIL PAMARTHI" userId="674324038eb05676" providerId="LiveId" clId="{356F0DD7-5966-4F0F-AED3-96D6916BA675}" dt="2026-09-06T17:36:09.364" v="252" actId="20577"/>
        <pc:sldMkLst>
          <pc:docMk/>
          <pc:sldMk cId="4000696967" sldId="299"/>
        </pc:sldMkLst>
        <pc:spChg chg="mod">
          <ac:chgData name="AKHIL PAMARTHI" userId="674324038eb05676" providerId="LiveId" clId="{356F0DD7-5966-4F0F-AED3-96D6916BA675}" dt="2026-09-06T17:32:56.453" v="242" actId="1076"/>
          <ac:spMkLst>
            <pc:docMk/>
            <pc:sldMk cId="4000696967" sldId="299"/>
            <ac:spMk id="2" creationId="{B84A7B44-8B20-5A39-ED43-DA98D0FC7976}"/>
          </ac:spMkLst>
        </pc:spChg>
        <pc:spChg chg="mod">
          <ac:chgData name="AKHIL PAMARTHI" userId="674324038eb05676" providerId="LiveId" clId="{356F0DD7-5966-4F0F-AED3-96D6916BA675}" dt="2026-09-06T17:36:09.364" v="252" actId="20577"/>
          <ac:spMkLst>
            <pc:docMk/>
            <pc:sldMk cId="4000696967" sldId="299"/>
            <ac:spMk id="3" creationId="{322462E8-EB3A-DA7D-44CB-4E757803A755}"/>
          </ac:spMkLst>
        </pc:spChg>
      </pc:sldChg>
      <pc:sldChg chg="addSp delSp modSp mod">
        <pc:chgData name="AKHIL PAMARTHI" userId="674324038eb05676" providerId="LiveId" clId="{356F0DD7-5966-4F0F-AED3-96D6916BA675}" dt="2026-09-06T17:40:26.363" v="316" actId="20577"/>
        <pc:sldMkLst>
          <pc:docMk/>
          <pc:sldMk cId="893417001" sldId="300"/>
        </pc:sldMkLst>
        <pc:spChg chg="mod">
          <ac:chgData name="AKHIL PAMARTHI" userId="674324038eb05676" providerId="LiveId" clId="{356F0DD7-5966-4F0F-AED3-96D6916BA675}" dt="2026-09-06T17:40:26.363" v="316" actId="20577"/>
          <ac:spMkLst>
            <pc:docMk/>
            <pc:sldMk cId="893417001" sldId="300"/>
            <ac:spMk id="5" creationId="{1BD576A0-BF64-32B6-1E59-49AA2C59C5CE}"/>
          </ac:spMkLst>
        </pc:spChg>
        <pc:spChg chg="mod">
          <ac:chgData name="AKHIL PAMARTHI" userId="674324038eb05676" providerId="LiveId" clId="{356F0DD7-5966-4F0F-AED3-96D6916BA675}" dt="2026-09-06T17:39:04.594" v="275" actId="403"/>
          <ac:spMkLst>
            <pc:docMk/>
            <pc:sldMk cId="893417001" sldId="300"/>
            <ac:spMk id="14" creationId="{7B8E599E-5B1D-59CD-4F1D-CEF8D0CA327B}"/>
          </ac:spMkLst>
        </pc:spChg>
        <pc:spChg chg="mod">
          <ac:chgData name="AKHIL PAMARTHI" userId="674324038eb05676" providerId="LiveId" clId="{356F0DD7-5966-4F0F-AED3-96D6916BA675}" dt="2026-09-06T17:39:46.896" v="299" actId="404"/>
          <ac:spMkLst>
            <pc:docMk/>
            <pc:sldMk cId="893417001" sldId="300"/>
            <ac:spMk id="15" creationId="{B22EA981-5113-2D05-C1A2-169306E1D47C}"/>
          </ac:spMkLst>
        </pc:spChg>
        <pc:spChg chg="mod">
          <ac:chgData name="AKHIL PAMARTHI" userId="674324038eb05676" providerId="LiveId" clId="{356F0DD7-5966-4F0F-AED3-96D6916BA675}" dt="2026-09-06T17:39:00.949" v="274" actId="403"/>
          <ac:spMkLst>
            <pc:docMk/>
            <pc:sldMk cId="893417001" sldId="300"/>
            <ac:spMk id="278" creationId="{D62F03A8-A8A8-CB93-006E-7173DC866F6F}"/>
          </ac:spMkLst>
        </pc:spChg>
        <pc:spChg chg="del">
          <ac:chgData name="AKHIL PAMARTHI" userId="674324038eb05676" providerId="LiveId" clId="{356F0DD7-5966-4F0F-AED3-96D6916BA675}" dt="2026-09-06T17:37:33.747" v="260" actId="478"/>
          <ac:spMkLst>
            <pc:docMk/>
            <pc:sldMk cId="893417001" sldId="300"/>
            <ac:spMk id="281" creationId="{FF042814-8077-DBD5-E8B6-E0D870CADB86}"/>
          </ac:spMkLst>
        </pc:spChg>
        <pc:picChg chg="add mod">
          <ac:chgData name="AKHIL PAMARTHI" userId="674324038eb05676" providerId="LiveId" clId="{356F0DD7-5966-4F0F-AED3-96D6916BA675}" dt="2026-09-06T17:37:48.090" v="266" actId="14100"/>
          <ac:picMkLst>
            <pc:docMk/>
            <pc:sldMk cId="893417001" sldId="300"/>
            <ac:picMk id="3" creationId="{F114D2C7-C8D2-CE64-5B4E-91636EEAA148}"/>
          </ac:picMkLst>
        </pc:picChg>
        <pc:picChg chg="add mod">
          <ac:chgData name="AKHIL PAMARTHI" userId="674324038eb05676" providerId="LiveId" clId="{356F0DD7-5966-4F0F-AED3-96D6916BA675}" dt="2026-09-06T17:37:42.862" v="264" actId="1076"/>
          <ac:picMkLst>
            <pc:docMk/>
            <pc:sldMk cId="893417001" sldId="300"/>
            <ac:picMk id="6" creationId="{59DC4F27-9264-6FAF-91AD-CFD726D8ECC0}"/>
          </ac:picMkLst>
        </pc:picChg>
        <pc:picChg chg="del">
          <ac:chgData name="AKHIL PAMARTHI" userId="674324038eb05676" providerId="LiveId" clId="{356F0DD7-5966-4F0F-AED3-96D6916BA675}" dt="2026-09-06T17:36:23.904" v="253" actId="478"/>
          <ac:picMkLst>
            <pc:docMk/>
            <pc:sldMk cId="893417001" sldId="300"/>
            <ac:picMk id="12" creationId="{3E29AF1D-88C4-87E5-74DF-4E97121E06CE}"/>
          </ac:picMkLst>
        </pc:picChg>
        <pc:picChg chg="del">
          <ac:chgData name="AKHIL PAMARTHI" userId="674324038eb05676" providerId="LiveId" clId="{356F0DD7-5966-4F0F-AED3-96D6916BA675}" dt="2026-09-06T17:36:24.655" v="254" actId="478"/>
          <ac:picMkLst>
            <pc:docMk/>
            <pc:sldMk cId="893417001" sldId="300"/>
            <ac:picMk id="13" creationId="{C81444F5-0692-DD67-1759-70821E53B029}"/>
          </ac:picMkLst>
        </pc:picChg>
      </pc:sldChg>
      <pc:sldChg chg="addSp delSp modSp mod">
        <pc:chgData name="AKHIL PAMARTHI" userId="674324038eb05676" providerId="LiveId" clId="{356F0DD7-5966-4F0F-AED3-96D6916BA675}" dt="2026-09-06T17:41:58.389" v="324" actId="1076"/>
        <pc:sldMkLst>
          <pc:docMk/>
          <pc:sldMk cId="1429961814" sldId="301"/>
        </pc:sldMkLst>
        <pc:spChg chg="del mod">
          <ac:chgData name="AKHIL PAMARTHI" userId="674324038eb05676" providerId="LiveId" clId="{356F0DD7-5966-4F0F-AED3-96D6916BA675}" dt="2026-09-06T17:41:39.030" v="320"/>
          <ac:spMkLst>
            <pc:docMk/>
            <pc:sldMk cId="1429961814" sldId="301"/>
            <ac:spMk id="2" creationId="{CCA977A3-5FA0-8FF5-E1D1-86C9ED676512}"/>
          </ac:spMkLst>
        </pc:spChg>
        <pc:picChg chg="del">
          <ac:chgData name="AKHIL PAMARTHI" userId="674324038eb05676" providerId="LiveId" clId="{356F0DD7-5966-4F0F-AED3-96D6916BA675}" dt="2026-09-06T17:41:18.478" v="317" actId="478"/>
          <ac:picMkLst>
            <pc:docMk/>
            <pc:sldMk cId="1429961814" sldId="301"/>
            <ac:picMk id="4" creationId="{E430EE8C-8F89-5938-483F-00452050511A}"/>
          </ac:picMkLst>
        </pc:picChg>
        <pc:picChg chg="add mod">
          <ac:chgData name="AKHIL PAMARTHI" userId="674324038eb05676" providerId="LiveId" clId="{356F0DD7-5966-4F0F-AED3-96D6916BA675}" dt="2026-09-06T17:41:58.389" v="324" actId="1076"/>
          <ac:picMkLst>
            <pc:docMk/>
            <pc:sldMk cId="1429961814" sldId="301"/>
            <ac:picMk id="5" creationId="{148EC078-8994-F94A-4B25-6E3805DFA077}"/>
          </ac:picMkLst>
        </pc:picChg>
      </pc:sldChg>
      <pc:sldChg chg="addSp delSp modSp mod">
        <pc:chgData name="AKHIL PAMARTHI" userId="674324038eb05676" providerId="LiveId" clId="{356F0DD7-5966-4F0F-AED3-96D6916BA675}" dt="2026-09-06T17:42:24.696" v="332" actId="1076"/>
        <pc:sldMkLst>
          <pc:docMk/>
          <pc:sldMk cId="3585092305" sldId="302"/>
        </pc:sldMkLst>
        <pc:spChg chg="del mod">
          <ac:chgData name="AKHIL PAMARTHI" userId="674324038eb05676" providerId="LiveId" clId="{356F0DD7-5966-4F0F-AED3-96D6916BA675}" dt="2026-09-06T17:42:07.452" v="328"/>
          <ac:spMkLst>
            <pc:docMk/>
            <pc:sldMk cId="3585092305" sldId="302"/>
            <ac:spMk id="2" creationId="{9692D13D-6B69-03D8-BA22-587B943A2572}"/>
          </ac:spMkLst>
        </pc:spChg>
        <pc:picChg chg="add mod">
          <ac:chgData name="AKHIL PAMARTHI" userId="674324038eb05676" providerId="LiveId" clId="{356F0DD7-5966-4F0F-AED3-96D6916BA675}" dt="2026-09-06T17:42:24.696" v="332" actId="1076"/>
          <ac:picMkLst>
            <pc:docMk/>
            <pc:sldMk cId="3585092305" sldId="302"/>
            <ac:picMk id="4" creationId="{C104126C-64D0-A642-6114-CC7A0E887A5D}"/>
          </ac:picMkLst>
        </pc:picChg>
        <pc:picChg chg="del">
          <ac:chgData name="AKHIL PAMARTHI" userId="674324038eb05676" providerId="LiveId" clId="{356F0DD7-5966-4F0F-AED3-96D6916BA675}" dt="2026-09-06T17:42:02.495" v="325" actId="478"/>
          <ac:picMkLst>
            <pc:docMk/>
            <pc:sldMk cId="3585092305" sldId="302"/>
            <ac:picMk id="5" creationId="{146B9DE6-C4BB-B81B-528A-B8789445C3FE}"/>
          </ac:picMkLst>
        </pc:picChg>
      </pc:sldChg>
      <pc:sldChg chg="addSp delSp modSp mod">
        <pc:chgData name="AKHIL PAMARTHI" userId="674324038eb05676" providerId="LiveId" clId="{356F0DD7-5966-4F0F-AED3-96D6916BA675}" dt="2026-09-06T17:42:48.851" v="340" actId="1076"/>
        <pc:sldMkLst>
          <pc:docMk/>
          <pc:sldMk cId="2601907186" sldId="303"/>
        </pc:sldMkLst>
        <pc:spChg chg="del mod">
          <ac:chgData name="AKHIL PAMARTHI" userId="674324038eb05676" providerId="LiveId" clId="{356F0DD7-5966-4F0F-AED3-96D6916BA675}" dt="2026-09-06T17:42:33.790" v="336"/>
          <ac:spMkLst>
            <pc:docMk/>
            <pc:sldMk cId="2601907186" sldId="303"/>
            <ac:spMk id="2" creationId="{EB55001C-8880-8B09-8704-29D3F62E7A03}"/>
          </ac:spMkLst>
        </pc:spChg>
        <pc:picChg chg="del">
          <ac:chgData name="AKHIL PAMARTHI" userId="674324038eb05676" providerId="LiveId" clId="{356F0DD7-5966-4F0F-AED3-96D6916BA675}" dt="2026-09-06T17:42:29.157" v="333" actId="478"/>
          <ac:picMkLst>
            <pc:docMk/>
            <pc:sldMk cId="2601907186" sldId="303"/>
            <ac:picMk id="4" creationId="{BA6C1B5E-405A-0E58-2397-353A88D82B9B}"/>
          </ac:picMkLst>
        </pc:picChg>
        <pc:picChg chg="add mod">
          <ac:chgData name="AKHIL PAMARTHI" userId="674324038eb05676" providerId="LiveId" clId="{356F0DD7-5966-4F0F-AED3-96D6916BA675}" dt="2026-09-06T17:42:48.851" v="340" actId="1076"/>
          <ac:picMkLst>
            <pc:docMk/>
            <pc:sldMk cId="2601907186" sldId="303"/>
            <ac:picMk id="5" creationId="{AB911CCE-A76F-2A40-B542-EBF1976215F1}"/>
          </ac:picMkLst>
        </pc:picChg>
      </pc:sldChg>
      <pc:sldChg chg="modSp mod">
        <pc:chgData name="AKHIL PAMARTHI" userId="674324038eb05676" providerId="LiveId" clId="{356F0DD7-5966-4F0F-AED3-96D6916BA675}" dt="2026-09-06T17:46:17.906" v="368" actId="12"/>
        <pc:sldMkLst>
          <pc:docMk/>
          <pc:sldMk cId="2325282270" sldId="304"/>
        </pc:sldMkLst>
        <pc:spChg chg="mod">
          <ac:chgData name="AKHIL PAMARTHI" userId="674324038eb05676" providerId="LiveId" clId="{356F0DD7-5966-4F0F-AED3-96D6916BA675}" dt="2026-09-06T17:46:10.745" v="366" actId="403"/>
          <ac:spMkLst>
            <pc:docMk/>
            <pc:sldMk cId="2325282270" sldId="304"/>
            <ac:spMk id="2" creationId="{6FA184BA-BCF2-3D7B-30D0-0F3CF30C161B}"/>
          </ac:spMkLst>
        </pc:spChg>
        <pc:spChg chg="mod">
          <ac:chgData name="AKHIL PAMARTHI" userId="674324038eb05676" providerId="LiveId" clId="{356F0DD7-5966-4F0F-AED3-96D6916BA675}" dt="2026-09-06T17:46:17.906" v="368" actId="12"/>
          <ac:spMkLst>
            <pc:docMk/>
            <pc:sldMk cId="2325282270" sldId="304"/>
            <ac:spMk id="3" creationId="{ED65F54F-855A-0DB6-09A6-3212C5F7405B}"/>
          </ac:spMkLst>
        </pc:spChg>
      </pc:sldChg>
      <pc:sldChg chg="modSp mod">
        <pc:chgData name="AKHIL PAMARTHI" userId="674324038eb05676" providerId="LiveId" clId="{356F0DD7-5966-4F0F-AED3-96D6916BA675}" dt="2026-09-06T17:49:39.989" v="392" actId="12"/>
        <pc:sldMkLst>
          <pc:docMk/>
          <pc:sldMk cId="740028465" sldId="306"/>
        </pc:sldMkLst>
        <pc:spChg chg="mod">
          <ac:chgData name="AKHIL PAMARTHI" userId="674324038eb05676" providerId="LiveId" clId="{356F0DD7-5966-4F0F-AED3-96D6916BA675}" dt="2026-09-06T17:49:39.989" v="392" actId="12"/>
          <ac:spMkLst>
            <pc:docMk/>
            <pc:sldMk cId="740028465" sldId="306"/>
            <ac:spMk id="279" creationId="{EAFA16CB-0A72-5AC5-69A0-ABF4A752B43F}"/>
          </ac:spMkLst>
        </pc:spChg>
      </pc:sldChg>
      <pc:sldChg chg="addSp delSp modSp mod">
        <pc:chgData name="AKHIL PAMARTHI" userId="674324038eb05676" providerId="LiveId" clId="{356F0DD7-5966-4F0F-AED3-96D6916BA675}" dt="2026-09-06T17:47:42.661" v="373" actId="1076"/>
        <pc:sldMkLst>
          <pc:docMk/>
          <pc:sldMk cId="2833482715" sldId="307"/>
        </pc:sldMkLst>
        <pc:grpChg chg="del">
          <ac:chgData name="AKHIL PAMARTHI" userId="674324038eb05676" providerId="LiveId" clId="{356F0DD7-5966-4F0F-AED3-96D6916BA675}" dt="2026-09-06T17:47:34.331" v="369" actId="478"/>
          <ac:grpSpMkLst>
            <pc:docMk/>
            <pc:sldMk cId="2833482715" sldId="307"/>
            <ac:grpSpMk id="8" creationId="{F8E1A664-937F-0995-A503-E9C101158D8C}"/>
          </ac:grpSpMkLst>
        </pc:grpChg>
        <pc:picChg chg="add mod">
          <ac:chgData name="AKHIL PAMARTHI" userId="674324038eb05676" providerId="LiveId" clId="{356F0DD7-5966-4F0F-AED3-96D6916BA675}" dt="2026-09-06T17:47:42.661" v="373" actId="1076"/>
          <ac:picMkLst>
            <pc:docMk/>
            <pc:sldMk cId="2833482715" sldId="307"/>
            <ac:picMk id="4" creationId="{DDCFE4D8-7205-54F6-846C-7CF141FFD7B1}"/>
          </ac:picMkLst>
        </pc:picChg>
      </pc:sldChg>
      <pc:sldChg chg="addSp delSp modSp mod">
        <pc:chgData name="AKHIL PAMARTHI" userId="674324038eb05676" providerId="LiveId" clId="{356F0DD7-5966-4F0F-AED3-96D6916BA675}" dt="2026-09-06T17:49:05.735" v="388" actId="1076"/>
        <pc:sldMkLst>
          <pc:docMk/>
          <pc:sldMk cId="4175177701" sldId="308"/>
        </pc:sldMkLst>
        <pc:picChg chg="add del mod">
          <ac:chgData name="AKHIL PAMARTHI" userId="674324038eb05676" providerId="LiveId" clId="{356F0DD7-5966-4F0F-AED3-96D6916BA675}" dt="2026-09-06T17:48:39.633" v="384" actId="22"/>
          <ac:picMkLst>
            <pc:docMk/>
            <pc:sldMk cId="4175177701" sldId="308"/>
            <ac:picMk id="3" creationId="{3C5376D4-6201-31F4-7C22-67D6B19237C5}"/>
          </ac:picMkLst>
        </pc:picChg>
        <pc:picChg chg="add del">
          <ac:chgData name="AKHIL PAMARTHI" userId="674324038eb05676" providerId="LiveId" clId="{356F0DD7-5966-4F0F-AED3-96D6916BA675}" dt="2026-09-06T17:49:03.290" v="386" actId="478"/>
          <ac:picMkLst>
            <pc:docMk/>
            <pc:sldMk cId="4175177701" sldId="308"/>
            <ac:picMk id="4" creationId="{099C3698-991D-7A38-C456-893C84C23FC9}"/>
          </ac:picMkLst>
        </pc:picChg>
        <pc:picChg chg="add mod">
          <ac:chgData name="AKHIL PAMARTHI" userId="674324038eb05676" providerId="LiveId" clId="{356F0DD7-5966-4F0F-AED3-96D6916BA675}" dt="2026-09-06T17:49:05.735" v="388" actId="1076"/>
          <ac:picMkLst>
            <pc:docMk/>
            <pc:sldMk cId="4175177701" sldId="308"/>
            <ac:picMk id="8" creationId="{83E1A971-71FA-AF96-0C1C-52536BE5B5B3}"/>
          </ac:picMkLst>
        </pc:picChg>
      </pc:sldChg>
      <pc:sldChg chg="addSp delSp modSp new mod">
        <pc:chgData name="AKHIL PAMARTHI" userId="674324038eb05676" providerId="LiveId" clId="{356F0DD7-5966-4F0F-AED3-96D6916BA675}" dt="2026-09-06T17:43:52.391" v="350" actId="1076"/>
        <pc:sldMkLst>
          <pc:docMk/>
          <pc:sldMk cId="3650330945" sldId="310"/>
        </pc:sldMkLst>
        <pc:spChg chg="del">
          <ac:chgData name="AKHIL PAMARTHI" userId="674324038eb05676" providerId="LiveId" clId="{356F0DD7-5966-4F0F-AED3-96D6916BA675}" dt="2026-09-06T17:43:05.588" v="342" actId="478"/>
          <ac:spMkLst>
            <pc:docMk/>
            <pc:sldMk cId="3650330945" sldId="310"/>
            <ac:spMk id="2" creationId="{9DE5A659-F76A-F5D0-34B7-ED65291F5539}"/>
          </ac:spMkLst>
        </pc:spChg>
        <pc:spChg chg="del">
          <ac:chgData name="AKHIL PAMARTHI" userId="674324038eb05676" providerId="LiveId" clId="{356F0DD7-5966-4F0F-AED3-96D6916BA675}" dt="2026-09-06T17:43:09.506" v="343" actId="478"/>
          <ac:spMkLst>
            <pc:docMk/>
            <pc:sldMk cId="3650330945" sldId="310"/>
            <ac:spMk id="3" creationId="{EEBC55BC-4937-A9F0-6AEB-C14F52C47430}"/>
          </ac:spMkLst>
        </pc:spChg>
        <pc:spChg chg="add mod">
          <ac:chgData name="AKHIL PAMARTHI" userId="674324038eb05676" providerId="LiveId" clId="{356F0DD7-5966-4F0F-AED3-96D6916BA675}" dt="2026-09-06T17:43:38.809" v="346" actId="1076"/>
          <ac:spMkLst>
            <pc:docMk/>
            <pc:sldMk cId="3650330945" sldId="310"/>
            <ac:spMk id="5" creationId="{38855112-5687-5439-AF0B-7EBC561A29C1}"/>
          </ac:spMkLst>
        </pc:spChg>
        <pc:picChg chg="add mod">
          <ac:chgData name="AKHIL PAMARTHI" userId="674324038eb05676" providerId="LiveId" clId="{356F0DD7-5966-4F0F-AED3-96D6916BA675}" dt="2026-09-06T17:43:52.391" v="350" actId="1076"/>
          <ac:picMkLst>
            <pc:docMk/>
            <pc:sldMk cId="3650330945" sldId="310"/>
            <ac:picMk id="7" creationId="{3AAF0F12-9204-3A54-163A-EAB078F7C29C}"/>
          </ac:picMkLst>
        </pc:picChg>
      </pc:sldChg>
      <pc:sldChg chg="addSp delSp modSp new mod">
        <pc:chgData name="AKHIL PAMARTHI" userId="674324038eb05676" providerId="LiveId" clId="{356F0DD7-5966-4F0F-AED3-96D6916BA675}" dt="2026-09-06T17:44:38.487" v="359" actId="1076"/>
        <pc:sldMkLst>
          <pc:docMk/>
          <pc:sldMk cId="1195038910" sldId="311"/>
        </pc:sldMkLst>
        <pc:spChg chg="del">
          <ac:chgData name="AKHIL PAMARTHI" userId="674324038eb05676" providerId="LiveId" clId="{356F0DD7-5966-4F0F-AED3-96D6916BA675}" dt="2026-09-06T17:44:07.903" v="352" actId="478"/>
          <ac:spMkLst>
            <pc:docMk/>
            <pc:sldMk cId="1195038910" sldId="311"/>
            <ac:spMk id="2" creationId="{9E5F8A53-E1E2-0281-3791-F76D9FD53C53}"/>
          </ac:spMkLst>
        </pc:spChg>
        <pc:spChg chg="del">
          <ac:chgData name="AKHIL PAMARTHI" userId="674324038eb05676" providerId="LiveId" clId="{356F0DD7-5966-4F0F-AED3-96D6916BA675}" dt="2026-09-06T17:44:09.186" v="353" actId="478"/>
          <ac:spMkLst>
            <pc:docMk/>
            <pc:sldMk cId="1195038910" sldId="311"/>
            <ac:spMk id="3" creationId="{21E19EA1-EE61-4FC9-965C-6F78470360F4}"/>
          </ac:spMkLst>
        </pc:spChg>
        <pc:spChg chg="add mod">
          <ac:chgData name="AKHIL PAMARTHI" userId="674324038eb05676" providerId="LiveId" clId="{356F0DD7-5966-4F0F-AED3-96D6916BA675}" dt="2026-09-06T17:44:24.259" v="355" actId="1076"/>
          <ac:spMkLst>
            <pc:docMk/>
            <pc:sldMk cId="1195038910" sldId="311"/>
            <ac:spMk id="5" creationId="{EFA88959-A273-567B-A5C8-DE44C3857FBB}"/>
          </ac:spMkLst>
        </pc:spChg>
        <pc:picChg chg="add mod">
          <ac:chgData name="AKHIL PAMARTHI" userId="674324038eb05676" providerId="LiveId" clId="{356F0DD7-5966-4F0F-AED3-96D6916BA675}" dt="2026-09-06T17:44:38.487" v="359" actId="1076"/>
          <ac:picMkLst>
            <pc:docMk/>
            <pc:sldMk cId="1195038910" sldId="311"/>
            <ac:picMk id="7" creationId="{2669B8C1-DFFF-7FF0-BAB5-B84CDB70536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khilpamarthi00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hyperlink" Target="mailto:akhilpamarthi22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985076064"/>
              </p:ext>
            </p:extLst>
          </p:nvPr>
        </p:nvGraphicFramePr>
        <p:xfrm>
          <a:off x="1299255" y="2432630"/>
          <a:ext cx="9394989" cy="2588687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Student Name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Recent Passport Photo</a:t>
                      </a:r>
                      <a:endParaRPr sz="20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Akhil </a:t>
                      </a:r>
                      <a:r>
                        <a:rPr lang="en-IN" sz="2000" dirty="0" err="1"/>
                        <a:t>Pamarthi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hlinkClick r:id="rId3"/>
                        </a:rPr>
                        <a:t>akhilpamarthi00@gmail.com</a:t>
                      </a:r>
                      <a:br>
                        <a:rPr lang="en-IN" sz="2000" dirty="0"/>
                      </a:br>
                      <a:r>
                        <a:rPr lang="en-IN" sz="2000" dirty="0">
                          <a:hlinkClick r:id="rId4"/>
                        </a:rPr>
                        <a:t>akhilpamarthi22@gmail.com</a:t>
                      </a:r>
                      <a:endParaRPr lang="en-IN" sz="2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7780631042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– Education</a:t>
            </a:r>
            <a:r>
              <a:rPr lang="en-US" sz="2800" b="1" dirty="0">
                <a:highlight>
                  <a:srgbClr val="FFFF00"/>
                </a:highlight>
              </a:rPr>
              <a:t> 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 </a:t>
            </a:r>
            <a:r>
              <a:rPr lang="en-IN" sz="2800" b="1" dirty="0"/>
              <a:t>AI Course Content Simplification Agent</a:t>
            </a:r>
            <a:endParaRPr lang="en-IN" sz="28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7646D-A107-018A-0BC2-99BE425D4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389" y="3645765"/>
            <a:ext cx="1140265" cy="96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716031"/>
            <a:ext cx="10607040" cy="7294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25"/>
              </a:spcAft>
            </a:pPr>
            <a:r>
              <a:rPr lang="en-IN" sz="1600" b="1" dirty="0"/>
              <a:t>Problem Statement: </a:t>
            </a:r>
            <a:r>
              <a:rPr lang="en-IN" sz="1600" dirty="0"/>
              <a:t>Course Content Simplification Agent</a:t>
            </a:r>
            <a:endParaRPr lang="en-IN" sz="1600" b="1" dirty="0"/>
          </a:p>
          <a:p>
            <a:pPr>
              <a:lnSpc>
                <a:spcPct val="150000"/>
              </a:lnSpc>
              <a:spcAft>
                <a:spcPts val="125"/>
              </a:spcAft>
            </a:pPr>
            <a:r>
              <a:rPr lang="en-IN" sz="1600" dirty="0"/>
              <a:t>Students often struggle with </a:t>
            </a:r>
            <a:r>
              <a:rPr lang="en-IN" sz="1600" b="1" dirty="0"/>
              <a:t>lengthy and technically complex academic content</a:t>
            </a:r>
            <a:r>
              <a:rPr lang="en-IN" sz="1600" dirty="0"/>
              <a:t>.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Too much technical information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Difficult for beginners to understand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Time-consuming to search through large documents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No personalized explanations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Limited interactive learning and self-assessment</a:t>
            </a:r>
          </a:p>
          <a:p>
            <a:pPr marL="285750" indent="-285750" fontAlgn="base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lnSpc>
                <a:spcPct val="150000"/>
              </a:lnSpc>
              <a:spcAft>
                <a:spcPts val="125"/>
              </a:spcAft>
            </a:pPr>
            <a:r>
              <a:rPr lang="en-IN" sz="1600" b="1" dirty="0"/>
              <a:t>Project Objectives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Simplify complex academic content.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Support </a:t>
            </a:r>
            <a:r>
              <a:rPr lang="en-IN" sz="1600" b="1" dirty="0"/>
              <a:t>PDF, DOCX and TXT</a:t>
            </a:r>
            <a:r>
              <a:rPr lang="en-IN" sz="1600" dirty="0"/>
              <a:t> uploads.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Provide </a:t>
            </a:r>
            <a:r>
              <a:rPr lang="en-IN" sz="1600" b="1" dirty="0"/>
              <a:t>document-grounded answers</a:t>
            </a:r>
            <a:r>
              <a:rPr lang="en-IN" sz="1600" dirty="0"/>
              <a:t>.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Adapt explanations to </a:t>
            </a:r>
            <a:r>
              <a:rPr lang="en-IN" sz="1600" b="1" dirty="0"/>
              <a:t>four learning levels</a:t>
            </a:r>
            <a:r>
              <a:rPr lang="en-IN" sz="1600" dirty="0"/>
              <a:t>.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Generate </a:t>
            </a:r>
            <a:r>
              <a:rPr lang="en-IN" sz="1600" b="1" dirty="0"/>
              <a:t>summaries and MCQ quizzes</a:t>
            </a:r>
            <a:r>
              <a:rPr lang="en-IN" sz="1600" dirty="0"/>
              <a:t>.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Support </a:t>
            </a:r>
            <a:r>
              <a:rPr lang="en-IN" sz="1600" b="1" dirty="0"/>
              <a:t>follow-up questions</a:t>
            </a:r>
            <a:r>
              <a:rPr lang="en-IN" sz="1600" dirty="0"/>
              <a:t> using conversation history.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Reduce hallucinations through </a:t>
            </a:r>
            <a:r>
              <a:rPr lang="en-IN" sz="1600" b="1" dirty="0"/>
              <a:t>RAG-based retrieval</a:t>
            </a:r>
            <a:r>
              <a:rPr lang="en-IN" sz="1600" dirty="0"/>
              <a:t>. </a:t>
            </a:r>
          </a:p>
          <a:p>
            <a:pPr marL="285750" lvl="0" indent="-285750">
              <a:lnSpc>
                <a:spcPct val="150000"/>
              </a:lnSpc>
              <a:spcAft>
                <a:spcPts val="125"/>
              </a:spcAft>
              <a:buFont typeface="Wingdings" panose="05000000000000000000" pitchFamily="2" charset="2"/>
              <a:buChar char="§"/>
            </a:pPr>
            <a:r>
              <a:rPr lang="en-IN" sz="1600" dirty="0"/>
              <a:t>Provide a </a:t>
            </a:r>
            <a:r>
              <a:rPr lang="en-IN" sz="1600" b="1" dirty="0"/>
              <a:t>simple, responsive interface</a:t>
            </a:r>
            <a:r>
              <a:rPr lang="en-IN" sz="1600" dirty="0"/>
              <a:t>.</a:t>
            </a:r>
          </a:p>
          <a:p>
            <a:pPr fontAlgn="base">
              <a:lnSpc>
                <a:spcPct val="150000"/>
              </a:lnSpc>
              <a:spcAft>
                <a:spcPts val="125"/>
              </a:spcAft>
            </a:pPr>
            <a:endParaRPr lang="en-US" sz="1600" dirty="0"/>
          </a:p>
          <a:p>
            <a:pPr>
              <a:lnSpc>
                <a:spcPct val="150000"/>
              </a:lnSpc>
              <a:spcAft>
                <a:spcPts val="125"/>
              </a:spcAft>
            </a:pPr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192811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733246"/>
            <a:ext cx="10607040" cy="6325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Proposed Solution</a:t>
            </a:r>
          </a:p>
          <a:p>
            <a:pPr>
              <a:lnSpc>
                <a:spcPct val="150000"/>
              </a:lnSpc>
            </a:pPr>
            <a:r>
              <a:rPr lang="en-IN" sz="1600" b="1" dirty="0" err="1"/>
              <a:t>LearnSimplify</a:t>
            </a:r>
            <a:r>
              <a:rPr lang="en-IN" sz="1600" b="1" dirty="0"/>
              <a:t> AI</a:t>
            </a:r>
            <a:r>
              <a:rPr lang="en-IN" sz="1600" dirty="0"/>
              <a:t> is an AI-powered educational assistant that makes complex course material easier to understand. Students can upload </a:t>
            </a:r>
            <a:r>
              <a:rPr lang="en-IN" sz="1600" b="1" dirty="0"/>
              <a:t>PDF, DOCX, or TXT</a:t>
            </a:r>
            <a:r>
              <a:rPr lang="en-IN" sz="1600" dirty="0"/>
              <a:t> documents and interact with the content.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Key Features:</a:t>
            </a:r>
            <a:endParaRPr lang="en-IN" sz="1600" dirty="0"/>
          </a:p>
          <a:p>
            <a:pPr lvl="0">
              <a:lnSpc>
                <a:spcPct val="150000"/>
              </a:lnSpc>
            </a:pPr>
            <a:r>
              <a:rPr lang="en-IN" sz="1600" b="1" dirty="0"/>
              <a:t>Ask Questions:</a:t>
            </a:r>
            <a:r>
              <a:rPr lang="en-IN" sz="1600" dirty="0"/>
              <a:t> Get answers based on uploaded course material.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Personalized Explanations:</a:t>
            </a:r>
            <a:r>
              <a:rPr lang="en-IN" sz="1600" dirty="0"/>
              <a:t> Choose </a:t>
            </a:r>
            <a:r>
              <a:rPr lang="en-IN" sz="1600" b="1" dirty="0"/>
              <a:t>Beginner, Intermediate, Advanced, or Expert</a:t>
            </a:r>
            <a:r>
              <a:rPr lang="en-IN" sz="1600" dirty="0"/>
              <a:t> learning levels.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Summarization:</a:t>
            </a:r>
            <a:r>
              <a:rPr lang="en-IN" sz="1600" dirty="0"/>
              <a:t> Generate </a:t>
            </a:r>
            <a:r>
              <a:rPr lang="en-IN" sz="1600" b="1" dirty="0"/>
              <a:t>short, medium, or detailed</a:t>
            </a:r>
            <a:r>
              <a:rPr lang="en-IN" sz="1600" dirty="0"/>
              <a:t> summaries.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Quiz Generation:</a:t>
            </a:r>
            <a:r>
              <a:rPr lang="en-IN" sz="1600" dirty="0"/>
              <a:t> Automatically creates </a:t>
            </a:r>
            <a:r>
              <a:rPr lang="en-IN" sz="1600" b="1" dirty="0"/>
              <a:t>5 MCQs</a:t>
            </a:r>
            <a:r>
              <a:rPr lang="en-IN" sz="1600" dirty="0"/>
              <a:t> with answers and explanations.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Follow-up Conversation:</a:t>
            </a:r>
            <a:r>
              <a:rPr lang="en-IN" sz="1600" dirty="0"/>
              <a:t> Uses recent chat history for more contextual responses.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How AI Works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The system uses </a:t>
            </a:r>
            <a:r>
              <a:rPr lang="en-IN" sz="1600" b="1" dirty="0"/>
              <a:t>RAG (Retrieval-Augmented Generation)</a:t>
            </a:r>
            <a:r>
              <a:rPr lang="en-IN" sz="1600" dirty="0"/>
              <a:t>. Uploaded documents are processed, divided into chunks, converted into embeddings, and stored in a </a:t>
            </a:r>
            <a:r>
              <a:rPr lang="en-IN" sz="1600" b="1" dirty="0"/>
              <a:t>vector store</a:t>
            </a:r>
            <a:r>
              <a:rPr lang="en-IN" sz="1600" dirty="0"/>
              <a:t>. When a student asks a question, the system retrieves the most relevant content and sends it along with the question to </a:t>
            </a:r>
            <a:r>
              <a:rPr lang="en-IN" sz="1600" b="1" dirty="0"/>
              <a:t>IBM Granite through watsonx.ai</a:t>
            </a:r>
            <a:r>
              <a:rPr lang="en-IN" sz="1600" dirty="0"/>
              <a:t>. Granite then generates a relevant, course-specific response.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.</a:t>
            </a:r>
          </a:p>
          <a:p>
            <a:pPr lvl="0">
              <a:lnSpc>
                <a:spcPct val="150000"/>
              </a:lnSpc>
            </a:pPr>
            <a:endParaRPr lang="en-IN" sz="1600" dirty="0"/>
          </a:p>
          <a:p>
            <a:pPr lvl="0"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202643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43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IBM Bob Platform</a:t>
            </a:r>
            <a:r>
              <a:rPr lang="en-IN" sz="1800" dirty="0"/>
              <a:t> – Used to design, develop, and orchestrate the </a:t>
            </a:r>
            <a:r>
              <a:rPr lang="en-IN" sz="1800" dirty="0" err="1"/>
              <a:t>LearnSimplify</a:t>
            </a:r>
            <a:r>
              <a:rPr lang="en-IN" sz="1800" dirty="0"/>
              <a:t> AI application.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IBM Granite 4 H Small</a:t>
            </a:r>
            <a:r>
              <a:rPr lang="en-IN" sz="1800" dirty="0"/>
              <a:t> – Used for natural language understanding and generating educational responses.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IBM watsonx.ai</a:t>
            </a:r>
            <a:r>
              <a:rPr lang="en-IN" sz="1800" dirty="0"/>
              <a:t> – Used to access and integrate the Granite model into the application.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RAG (Retrieval-Augmented Generation)</a:t>
            </a:r>
            <a:r>
              <a:rPr lang="en-IN" sz="1800" dirty="0"/>
              <a:t> – Retrieves relevant information from uploaded course material before generating responses.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Vector Store</a:t>
            </a:r>
            <a:r>
              <a:rPr lang="en-IN" sz="1800" dirty="0"/>
              <a:t> – Stores document embeddings and enables similarity-based retrieval.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IBM Cloud IAM</a:t>
            </a:r>
            <a:r>
              <a:rPr lang="en-IN" sz="1800" dirty="0"/>
              <a:t> – Provides secure authentication for accessing IBM services.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1" y="1038989"/>
            <a:ext cx="3605743" cy="5217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1600" b="1" dirty="0"/>
              <a:t>Frontend files</a:t>
            </a:r>
            <a:r>
              <a:rPr lang="en-IN" sz="1600" dirty="0"/>
              <a:t> – React components, CSS, UI and API service files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Backend files</a:t>
            </a:r>
            <a:r>
              <a:rPr lang="en-IN" sz="1600" dirty="0"/>
              <a:t> – </a:t>
            </a:r>
            <a:r>
              <a:rPr lang="en-IN" sz="1600" dirty="0" err="1"/>
              <a:t>FastAPI</a:t>
            </a:r>
            <a:r>
              <a:rPr lang="en-IN" sz="1600" dirty="0"/>
              <a:t> application, routes and models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RAG files</a:t>
            </a:r>
            <a:r>
              <a:rPr lang="en-IN" sz="1600" dirty="0"/>
              <a:t> – Document chunking, embeddings, vector store and retrieval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AI integration files</a:t>
            </a:r>
            <a:r>
              <a:rPr lang="en-IN" sz="1600" dirty="0"/>
              <a:t> – IBM Granite / watsonx.ai service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Testing files</a:t>
            </a:r>
            <a:r>
              <a:rPr lang="en-IN" sz="1600" dirty="0"/>
              <a:t> – Automated test cases for all major features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Configuration files</a:t>
            </a:r>
            <a:r>
              <a:rPr lang="en-IN" sz="1600" dirty="0"/>
              <a:t> – .</a:t>
            </a:r>
            <a:r>
              <a:rPr lang="en-IN" sz="1600" dirty="0" err="1"/>
              <a:t>env.example</a:t>
            </a:r>
            <a:r>
              <a:rPr lang="en-IN" sz="1600" dirty="0"/>
              <a:t>, requirements.txt, </a:t>
            </a:r>
            <a:r>
              <a:rPr lang="en-IN" sz="1600" dirty="0" err="1"/>
              <a:t>package.json</a:t>
            </a:r>
            <a:r>
              <a:rPr lang="en-IN" sz="1600" dirty="0"/>
              <a:t> </a:t>
            </a:r>
          </a:p>
          <a:p>
            <a:pPr lvl="0">
              <a:lnSpc>
                <a:spcPct val="150000"/>
              </a:lnSpc>
            </a:pPr>
            <a:r>
              <a:rPr lang="en-IN" sz="1600" b="1" dirty="0"/>
              <a:t>Documentation</a:t>
            </a:r>
            <a:r>
              <a:rPr lang="en-IN" sz="1600" dirty="0"/>
              <a:t> – README.md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6EC3D-0FC3-5B93-3088-7607CC205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564" y="1154439"/>
            <a:ext cx="8091948" cy="42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7FC373-D4B0-02E2-A568-0399703ED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109" y="1106044"/>
            <a:ext cx="9625781" cy="511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1A024-581A-9C62-4EAE-67C9B3B1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" y="734271"/>
            <a:ext cx="10129011" cy="538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35CB6-DD6C-89E9-148D-7B2E16690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10" y="771747"/>
            <a:ext cx="9281652" cy="578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561920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561920" y="1167493"/>
            <a:ext cx="7406640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Role of Agentic AI in Nutrition Agent:</a:t>
            </a:r>
          </a:p>
          <a:p>
            <a:pPr lvl="0">
              <a:lnSpc>
                <a:spcPct val="150000"/>
              </a:lnSpc>
            </a:pPr>
            <a:r>
              <a:rPr lang="en-IN" sz="1800" b="1" dirty="0"/>
              <a:t>Understands student queries</a:t>
            </a:r>
            <a:r>
              <a:rPr lang="en-IN" sz="1800" dirty="0"/>
              <a:t> and identifies the required learning task. </a:t>
            </a:r>
          </a:p>
          <a:p>
            <a:pPr lvl="0">
              <a:lnSpc>
                <a:spcPct val="150000"/>
              </a:lnSpc>
            </a:pPr>
            <a:r>
              <a:rPr lang="en-IN" sz="1800" b="1" dirty="0"/>
              <a:t>Retrieves relevant course content</a:t>
            </a:r>
            <a:r>
              <a:rPr lang="en-IN" sz="1800" dirty="0"/>
              <a:t> from uploaded documents using RAG. </a:t>
            </a:r>
          </a:p>
          <a:p>
            <a:pPr lvl="0">
              <a:lnSpc>
                <a:spcPct val="150000"/>
              </a:lnSpc>
            </a:pPr>
            <a:r>
              <a:rPr lang="en-IN" sz="1800" b="1" dirty="0"/>
              <a:t>Uses IBM Granite</a:t>
            </a:r>
            <a:r>
              <a:rPr lang="en-IN" sz="1800" dirty="0"/>
              <a:t> to generate accurate and contextual responses. </a:t>
            </a:r>
          </a:p>
          <a:p>
            <a:pPr lvl="0">
              <a:lnSpc>
                <a:spcPct val="150000"/>
              </a:lnSpc>
            </a:pPr>
            <a:r>
              <a:rPr lang="en-IN" sz="1800" b="1" dirty="0"/>
              <a:t>Performs multiple learning tasks</a:t>
            </a:r>
            <a:r>
              <a:rPr lang="en-IN" sz="1800" dirty="0"/>
              <a:t> such as Q&amp;A, summarization, quizzes, and follow-up conversations. </a:t>
            </a:r>
          </a:p>
          <a:p>
            <a:pPr lvl="0">
              <a:lnSpc>
                <a:spcPct val="150000"/>
              </a:lnSpc>
            </a:pPr>
            <a:r>
              <a:rPr lang="en-IN" sz="1800" b="1" dirty="0"/>
              <a:t>Adapts responses</a:t>
            </a:r>
            <a:r>
              <a:rPr lang="en-IN" sz="1800" dirty="0"/>
              <a:t> based on the student's selected learning level. </a:t>
            </a:r>
          </a:p>
          <a:p>
            <a:pPr lvl="0">
              <a:lnSpc>
                <a:spcPct val="150000"/>
              </a:lnSpc>
            </a:pPr>
            <a:r>
              <a:rPr lang="en-IN" sz="1800" b="1" dirty="0"/>
              <a:t>Provides an interactive learning experience</a:t>
            </a:r>
            <a:r>
              <a:rPr lang="en-IN" sz="1800" dirty="0"/>
              <a:t> instead of simple document-based answers.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 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6,581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u="sng" dirty="0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u="sng" dirty="0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14D2C7-C8D2-CE64-5B4E-91636EEAA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32" y="2747843"/>
            <a:ext cx="5801170" cy="27568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DC4F27-9264-6FAF-91AD-CFD726D8E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205" y="2747842"/>
            <a:ext cx="5794807" cy="275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EC078-8994-F94A-4B25-6E3805DFA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753992"/>
            <a:ext cx="11257935" cy="535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04126C-64D0-A642-6114-CC7A0E887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07372"/>
            <a:ext cx="11582400" cy="55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11CCE-A76F-2A40-B542-EBF197621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1" y="914819"/>
            <a:ext cx="11484077" cy="546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855112-5687-5439-AF0B-7EBC561A29C1}"/>
              </a:ext>
            </a:extLst>
          </p:cNvPr>
          <p:cNvSpPr txBox="1"/>
          <p:nvPr/>
        </p:nvSpPr>
        <p:spPr>
          <a:xfrm>
            <a:off x="383459" y="94650"/>
            <a:ext cx="6096000" cy="5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F0F12-9204-3A54-163A-EAB078F7C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08" y="923897"/>
            <a:ext cx="10844981" cy="51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330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A88959-A273-567B-A5C8-DE44C3857FBB}"/>
              </a:ext>
            </a:extLst>
          </p:cNvPr>
          <p:cNvSpPr txBox="1"/>
          <p:nvPr/>
        </p:nvSpPr>
        <p:spPr>
          <a:xfrm>
            <a:off x="462116" y="153645"/>
            <a:ext cx="6096000" cy="5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9B8C1-DFFF-7FF0-BAB5-B84CDB705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" y="871197"/>
            <a:ext cx="11307097" cy="537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38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02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Personalized Learning:</a:t>
            </a:r>
            <a:r>
              <a:rPr lang="en-IN" sz="1800" dirty="0"/>
              <a:t> Students can choose their learning level, allowing responses to be adapted from beginner to advanced.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Document-Based AI:</a:t>
            </a:r>
            <a:r>
              <a:rPr lang="en-IN" sz="1800" dirty="0"/>
              <a:t> Uses </a:t>
            </a:r>
            <a:r>
              <a:rPr lang="en-IN" sz="1800" b="1" dirty="0"/>
              <a:t>RAG</a:t>
            </a:r>
            <a:r>
              <a:rPr lang="en-IN" sz="1800" dirty="0"/>
              <a:t> to retrieve relevant information from the uploaded course material before generating answers.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All-in-One Learning:</a:t>
            </a:r>
            <a:r>
              <a:rPr lang="en-IN" sz="1800" dirty="0"/>
              <a:t> Combines </a:t>
            </a:r>
            <a:r>
              <a:rPr lang="en-IN" sz="1800" b="1" dirty="0"/>
              <a:t>Q&amp;A, summarization, quizzes, and conversational follow-ups</a:t>
            </a:r>
            <a:r>
              <a:rPr lang="en-IN" sz="1800" dirty="0"/>
              <a:t> in a single platform.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Context-Aware Conversations:</a:t>
            </a:r>
            <a:r>
              <a:rPr lang="en-IN" sz="1800" dirty="0"/>
              <a:t> Maintains previous questions and answers, allowing students to ask natural follow-up questions.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Reliable AI Responses:</a:t>
            </a:r>
            <a:r>
              <a:rPr lang="en-IN" sz="1800" dirty="0"/>
              <a:t> Uses </a:t>
            </a:r>
            <a:r>
              <a:rPr lang="en-IN" sz="1800" b="1" dirty="0"/>
              <a:t>IBM Granite through watsonx.ai</a:t>
            </a:r>
            <a:r>
              <a:rPr lang="en-IN" sz="1800" dirty="0"/>
              <a:t> to generate responses based specifically on the course content.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Interactive Learning:</a:t>
            </a:r>
            <a:r>
              <a:rPr lang="en-IN" sz="1800" dirty="0"/>
              <a:t> Instead of only providing answers, the system helps students </a:t>
            </a:r>
            <a:r>
              <a:rPr lang="en-IN" sz="1800" b="1" dirty="0"/>
              <a:t>understand, revise, and test</a:t>
            </a:r>
            <a:r>
              <a:rPr lang="en-IN" sz="1800" dirty="0"/>
              <a:t> their knowledge.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Multilingual Support:</a:t>
            </a:r>
            <a:r>
              <a:rPr lang="en-IN" sz="1800" dirty="0"/>
              <a:t> Add support for multiple Indian and international languages to make learning more accessible.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Voice-Based Learning:</a:t>
            </a:r>
            <a:r>
              <a:rPr lang="en-IN" sz="1800" dirty="0"/>
              <a:t> Allow students to ask questions and receive answers using voice.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Personalized Learning Paths:</a:t>
            </a:r>
            <a:r>
              <a:rPr lang="en-IN" sz="1800" dirty="0"/>
              <a:t> Recommend topics, study plans, and learning materials based on student performance.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Advanced Quiz &amp; Assessment:</a:t>
            </a:r>
            <a:r>
              <a:rPr lang="en-IN" sz="1800" dirty="0"/>
              <a:t> Add different question types, difficulty levels, scoring, and progress tracking.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Cloud Deployment:</a:t>
            </a:r>
            <a:r>
              <a:rPr lang="en-IN" sz="1800" dirty="0"/>
              <a:t> Deploy the complete application on </a:t>
            </a:r>
            <a:r>
              <a:rPr lang="en-IN" sz="1800" b="1" dirty="0"/>
              <a:t>IBM Cloud</a:t>
            </a:r>
            <a:r>
              <a:rPr lang="en-IN" sz="1800" dirty="0"/>
              <a:t> for wider accessibility and scalability.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Learning Analytics:</a:t>
            </a:r>
            <a:r>
              <a:rPr lang="en-IN" sz="1800" dirty="0"/>
              <a:t> Track quiz performance and frequently asked topics to identify areas where students need improvement.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FE4D8-7205-54F6-846C-7CF141FF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867" y="1151726"/>
            <a:ext cx="7346266" cy="5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E1A971-71FA-AF96-0C1C-52536BE5B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366" y="1477578"/>
            <a:ext cx="7788315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963</Words>
  <Application>Microsoft Office PowerPoint</Application>
  <PresentationFormat>Widescreen</PresentationFormat>
  <Paragraphs>115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AKHIL PAMARTHI</cp:lastModifiedBy>
  <cp:revision>2</cp:revision>
  <dcterms:created xsi:type="dcterms:W3CDTF">2025-07-08T05:06:56Z</dcterms:created>
  <dcterms:modified xsi:type="dcterms:W3CDTF">2026-09-06T17:54:58Z</dcterms:modified>
</cp:coreProperties>
</file>